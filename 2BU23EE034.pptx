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52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4000">
    <p:wheel spokes="3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 advTm="4000">
    <p:wheel spokes="3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 advTm="4000">
    <p:wheel spokes="3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ransition spd="slow" advTm="4000">
    <p:wheel spokes="3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result.docx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US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WHAT IS MS-PPT?</a:t>
            </a:r>
            <a:endParaRPr lang="en-US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1805" y="3228535"/>
            <a:ext cx="7886291" cy="3272625"/>
          </a:xfrm>
        </p:spPr>
        <p:txBody>
          <a:bodyPr>
            <a:normAutofit/>
          </a:bodyPr>
          <a:lstStyle/>
          <a:p>
            <a:pPr algn="l">
              <a:buFont typeface="Wingdings" pitchFamily="2" charset="2"/>
              <a:buChar char="v"/>
            </a:pPr>
            <a:r>
              <a:rPr lang="en-US" dirty="0" smtClean="0"/>
              <a:t> It was  released on 20 </a:t>
            </a:r>
            <a:r>
              <a:rPr lang="en-US" dirty="0" err="1" smtClean="0"/>
              <a:t>april</a:t>
            </a:r>
            <a:r>
              <a:rPr lang="en-US" dirty="0" smtClean="0"/>
              <a:t>  1987</a:t>
            </a:r>
          </a:p>
          <a:p>
            <a:pPr algn="l">
              <a:buFont typeface="Wingdings" pitchFamily="2" charset="2"/>
              <a:buChar char="v"/>
            </a:pPr>
            <a:r>
              <a:rPr lang="en-US" dirty="0" smtClean="0"/>
              <a:t>Use to generate and format audiovisual presentation</a:t>
            </a:r>
          </a:p>
          <a:p>
            <a:pPr algn="l">
              <a:buFont typeface="Wingdings" pitchFamily="2" charset="2"/>
              <a:buChar char="v"/>
            </a:pPr>
            <a:r>
              <a:rPr lang="en-US" dirty="0" smtClean="0"/>
              <a:t>Power point presentation are saved in .</a:t>
            </a:r>
            <a:r>
              <a:rPr lang="en-US" dirty="0" err="1" smtClean="0"/>
              <a:t>ppt</a:t>
            </a:r>
            <a:endParaRPr lang="en-US" dirty="0" smtClean="0"/>
          </a:p>
          <a:p>
            <a:pPr algn="l">
              <a:buFont typeface="Wingdings" pitchFamily="2" charset="2"/>
              <a:buChar char="v"/>
            </a:pPr>
            <a:r>
              <a:rPr lang="en-US" dirty="0" smtClean="0"/>
              <a:t>More powerful tools for presentation</a:t>
            </a:r>
          </a:p>
          <a:p>
            <a:pPr algn="l">
              <a:buFont typeface="Wingdings" pitchFamily="2" charset="2"/>
              <a:buChar char="v"/>
            </a:pPr>
            <a:r>
              <a:rPr lang="en-US" dirty="0" smtClean="0"/>
              <a:t>Each presentation consist of various slide displaying data/information</a:t>
            </a:r>
          </a:p>
          <a:p>
            <a:pPr algn="l"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ransition spd="slow" advTm="4000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71800" y="990600"/>
            <a:ext cx="243840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   START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191000" y="29718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124200" y="2209800"/>
            <a:ext cx="236220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 Data collection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3124200" y="3505200"/>
            <a:ext cx="23622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Experimentation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124200" y="4953000"/>
            <a:ext cx="236220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Result and calculation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3352800" y="6096000"/>
            <a:ext cx="167640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STOP</a:t>
            </a:r>
            <a:endParaRPr lang="en-US" dirty="0"/>
          </a:p>
        </p:txBody>
      </p:sp>
      <p:cxnSp>
        <p:nvCxnSpPr>
          <p:cNvPr id="17" name="Straight Arrow Connector 16"/>
          <p:cNvCxnSpPr>
            <a:stCxn id="2" idx="4"/>
          </p:cNvCxnSpPr>
          <p:nvPr/>
        </p:nvCxnSpPr>
        <p:spPr>
          <a:xfrm>
            <a:off x="4191000" y="16002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191000" y="43434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3" idx="0"/>
          </p:cNvCxnSpPr>
          <p:nvPr/>
        </p:nvCxnSpPr>
        <p:spPr>
          <a:xfrm>
            <a:off x="4191000" y="5638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4000">
    <p:wheel spokes="2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 (x86)\Microsoft Office\MEDIA\CAGCAT10\j0195384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1795882" cy="1833372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133600" y="1371600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Ms- office is a company launched by </a:t>
            </a:r>
            <a:r>
              <a:rPr lang="en-US" dirty="0" err="1" smtClean="0"/>
              <a:t>microsoft</a:t>
            </a:r>
            <a:r>
              <a:rPr lang="en-US" dirty="0" smtClean="0"/>
              <a:t> company with following application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362200" y="2667000"/>
            <a:ext cx="160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MS- word</a:t>
            </a:r>
          </a:p>
          <a:p>
            <a:r>
              <a:rPr lang="en-US" dirty="0" smtClean="0"/>
              <a:t>MS-Excel</a:t>
            </a:r>
          </a:p>
          <a:p>
            <a:r>
              <a:rPr lang="en-US" dirty="0" smtClean="0"/>
              <a:t>MS-PPT</a:t>
            </a:r>
          </a:p>
          <a:p>
            <a:r>
              <a:rPr lang="en-US" dirty="0" smtClean="0"/>
              <a:t>MS-Project</a:t>
            </a:r>
          </a:p>
          <a:p>
            <a:r>
              <a:rPr lang="en-US" dirty="0" smtClean="0"/>
              <a:t>MS-access</a:t>
            </a:r>
            <a:endParaRPr lang="en-US" dirty="0"/>
          </a:p>
        </p:txBody>
      </p:sp>
    </p:spTree>
  </p:cSld>
  <p:clrMapOvr>
    <a:masterClrMapping/>
  </p:clrMapOvr>
  <p:transition spd="slow" advTm="4000">
    <p:wheel spokes="3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71800" y="990600"/>
            <a:ext cx="243840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   START</a:t>
            </a:r>
            <a:endParaRPr lang="en-US" dirty="0"/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191000" y="29718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124200" y="2209800"/>
            <a:ext cx="2362200" cy="76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>
                <a:hlinkClick r:id="rId2" action="ppaction://hlinkfile"/>
              </a:rPr>
              <a:t>     Data collection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24200" y="3505200"/>
            <a:ext cx="23622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Experimentation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124200" y="4953000"/>
            <a:ext cx="2362200" cy="685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Result  &amp; calculation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352800" y="6096000"/>
            <a:ext cx="167640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smtClean="0"/>
              <a:t>    STOP</a:t>
            </a:r>
            <a:endParaRPr lang="en-US" dirty="0"/>
          </a:p>
        </p:txBody>
      </p:sp>
      <p:cxnSp>
        <p:nvCxnSpPr>
          <p:cNvPr id="8" name="Straight Arrow Connector 7"/>
          <p:cNvCxnSpPr>
            <a:stCxn id="2" idx="4"/>
          </p:cNvCxnSpPr>
          <p:nvPr/>
        </p:nvCxnSpPr>
        <p:spPr>
          <a:xfrm>
            <a:off x="4191000" y="16002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191000" y="4343400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7" idx="0"/>
          </p:cNvCxnSpPr>
          <p:nvPr/>
        </p:nvCxnSpPr>
        <p:spPr>
          <a:xfrm>
            <a:off x="4191000" y="5638800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Tm="4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4000">
    <p:wheel spokes="3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174</TotalTime>
  <Words>83</Words>
  <Application>Microsoft Office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 WHAT IS MS-PPT?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19</cp:revision>
  <dcterms:created xsi:type="dcterms:W3CDTF">2006-08-16T00:00:00Z</dcterms:created>
  <dcterms:modified xsi:type="dcterms:W3CDTF">2024-04-26T08:07:28Z</dcterms:modified>
</cp:coreProperties>
</file>